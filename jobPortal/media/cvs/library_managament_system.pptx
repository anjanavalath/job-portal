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63" r:id="rId3"/>
    <p:sldId id="257" r:id="rId4"/>
    <p:sldId id="262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02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72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0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92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58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68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50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187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2692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050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369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5694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05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05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99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D27BF2A-A670-4493-B7C1-F1D2A290757C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7129D63-97DE-448C-B789-558CF3930E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1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1C173-A8CF-46B5-B089-7F114FAC8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141244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latin typeface="Algerian" panose="04020705040A02060702" pitchFamily="82" charset="0"/>
              </a:rPr>
              <a:t>SKILL DEVELOPMENT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0A79E8-CBC6-4748-B73D-C9D694148C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7280" y="3900196"/>
            <a:ext cx="10058400" cy="1643427"/>
          </a:xfrm>
        </p:spPr>
        <p:txBody>
          <a:bodyPr>
            <a:normAutofit fontScale="70000" lnSpcReduction="20000"/>
          </a:bodyPr>
          <a:lstStyle/>
          <a:p>
            <a:r>
              <a:rPr lang="en-US" sz="4200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Project name: Library Management System</a:t>
            </a:r>
          </a:p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Submitted by :</a:t>
            </a:r>
          </a:p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Anjana .V</a:t>
            </a:r>
          </a:p>
          <a:p>
            <a:pPr algn="ctr"/>
            <a:r>
              <a:rPr lang="en-US" dirty="0">
                <a:latin typeface="Bahnschrift Light Condensed" panose="020B0502040204020203" pitchFamily="34" charset="0"/>
              </a:rPr>
              <a:t>12322576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5366D-864B-4239-88D8-740253F90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818" y="478871"/>
            <a:ext cx="5176008" cy="170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4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EC8B-3C9E-BED3-3644-CEFF5BC1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                        CERTIFICATE</a:t>
            </a:r>
            <a:endParaRPr lang="en-IN" dirty="0">
              <a:latin typeface="Artifakt Element Heavy" panose="020B0B03050000020004" pitchFamily="34" charset="0"/>
              <a:ea typeface="Artifakt Element Heavy" panose="020B0B030500000200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6F4B92-B1DD-AEC7-2080-360FD59B27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3265" y="1854621"/>
            <a:ext cx="6990736" cy="4905557"/>
          </a:xfrm>
        </p:spPr>
      </p:pic>
    </p:spTree>
    <p:extLst>
      <p:ext uri="{BB962C8B-B14F-4D97-AF65-F5344CB8AC3E}">
        <p14:creationId xmlns:p14="http://schemas.microsoft.com/office/powerpoint/2010/main" val="4216307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90A3-1D32-45A8-86C7-D40CCD1AC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      Objectives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FD6263-848F-432D-8E75-E7F95345FE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95402" y="2826525"/>
            <a:ext cx="7946021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simplify and automate library management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accurate records of books and borrowers.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popular books and borrowing frequency.</a:t>
            </a:r>
          </a:p>
        </p:txBody>
      </p:sp>
    </p:spTree>
    <p:extLst>
      <p:ext uri="{BB962C8B-B14F-4D97-AF65-F5344CB8AC3E}">
        <p14:creationId xmlns:p14="http://schemas.microsoft.com/office/powerpoint/2010/main" val="1182042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F74A9-15EC-4B24-993C-4961D4396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821" y="719689"/>
            <a:ext cx="10515600" cy="1325563"/>
          </a:xfrm>
        </p:spPr>
        <p:txBody>
          <a:bodyPr/>
          <a:lstStyle/>
          <a:p>
            <a:r>
              <a:rPr lang="en-US" cap="all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Features Implemented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09501-9DD7-4340-BAE9-393DC7F4D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Add/Search books</a:t>
            </a:r>
          </a:p>
          <a:p>
            <a:r>
              <a:rPr lang="en-US" b="1" dirty="0"/>
              <a:t>Borrow and return functionality</a:t>
            </a:r>
          </a:p>
          <a:p>
            <a:r>
              <a:rPr lang="en-US" b="1" dirty="0"/>
              <a:t>Maintain borrower history</a:t>
            </a:r>
          </a:p>
          <a:p>
            <a:r>
              <a:rPr lang="en-US" b="1" dirty="0"/>
              <a:t>Display most popular books</a:t>
            </a:r>
          </a:p>
          <a:p>
            <a:r>
              <a:rPr lang="en-US" b="1" dirty="0"/>
              <a:t>Track availability and copies </a:t>
            </a:r>
          </a:p>
          <a:p>
            <a:r>
              <a:rPr lang="en-US" b="1" dirty="0"/>
              <a:t>FIFO-based return system</a:t>
            </a:r>
          </a:p>
        </p:txBody>
      </p:sp>
    </p:spTree>
    <p:extLst>
      <p:ext uri="{BB962C8B-B14F-4D97-AF65-F5344CB8AC3E}">
        <p14:creationId xmlns:p14="http://schemas.microsoft.com/office/powerpoint/2010/main" val="3171860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2F082-EE44-4DC8-9A91-A598801B9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     Importance in Real World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D2123-3149-433C-ABBB-ADFF944C2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3200" dirty="0"/>
              <a:t>Manual library systems are time consuming and error-prone.</a:t>
            </a:r>
          </a:p>
          <a:p>
            <a:r>
              <a:rPr lang="en-US" sz="3200" dirty="0"/>
              <a:t>A digital library management system ensures:</a:t>
            </a:r>
          </a:p>
          <a:p>
            <a:pPr lvl="3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Efficiency    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Quick search  and updated.</a:t>
            </a:r>
          </a:p>
          <a:p>
            <a:pPr lvl="3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Accuracy     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Reduce human errors.</a:t>
            </a:r>
          </a:p>
          <a:p>
            <a:pPr lvl="3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Scalability     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Can manage large datasets.</a:t>
            </a:r>
          </a:p>
          <a:p>
            <a:pPr lvl="3"/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Transparency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Track all transactions clearly.</a:t>
            </a:r>
          </a:p>
        </p:txBody>
      </p:sp>
    </p:spTree>
    <p:extLst>
      <p:ext uri="{BB962C8B-B14F-4D97-AF65-F5344CB8AC3E}">
        <p14:creationId xmlns:p14="http://schemas.microsoft.com/office/powerpoint/2010/main" val="378152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090D-093C-4711-8A62-842770475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all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        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AEA0E-1980-4A39-B4CA-6C9D89CD5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Backend:</a:t>
            </a:r>
            <a:r>
              <a:rPr lang="en-US" dirty="0"/>
              <a:t> C++ with STL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Frontend:</a:t>
            </a:r>
            <a:r>
              <a:rPr lang="en-US" dirty="0"/>
              <a:t> HTML,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Editor:</a:t>
            </a:r>
            <a:r>
              <a:rPr lang="en-US" dirty="0"/>
              <a:t> Visual Studio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Execution:</a:t>
            </a:r>
            <a:r>
              <a:rPr lang="en-US" dirty="0"/>
              <a:t> Terminal / Command Prompt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Browser:</a:t>
            </a:r>
            <a:r>
              <a:rPr lang="en-US" dirty="0"/>
              <a:t> For frontend interface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734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510E-0BAB-45AB-9CE2-4C4B83FE7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128" y="75854"/>
            <a:ext cx="9601196" cy="1303867"/>
          </a:xfrm>
        </p:spPr>
        <p:txBody>
          <a:bodyPr/>
          <a:lstStyle/>
          <a:p>
            <a:r>
              <a:rPr lang="en-US" cap="all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          Data Structures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0886-35E3-4BDD-B838-E7CAF8C1E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0926" y="2369574"/>
            <a:ext cx="10446396" cy="3760637"/>
          </a:xfrm>
        </p:spPr>
        <p:txBody>
          <a:bodyPr>
            <a:normAutofit fontScale="85000" lnSpcReduction="20000"/>
          </a:bodyPr>
          <a:lstStyle/>
          <a:p>
            <a:r>
              <a:rPr lang="en-US" sz="3200" b="1" dirty="0"/>
              <a:t>Unorderded_Map </a:t>
            </a:r>
            <a:r>
              <a:rPr lang="en-US" sz="3200" dirty="0"/>
              <a:t>: To store and access books by ID</a:t>
            </a:r>
          </a:p>
          <a:p>
            <a:pPr marL="0" indent="0">
              <a:buNone/>
            </a:pPr>
            <a:r>
              <a:rPr lang="en-US" sz="3200" dirty="0"/>
              <a:t>                                       Fast retrieval by book ID [O(1)]</a:t>
            </a:r>
          </a:p>
          <a:p>
            <a:r>
              <a:rPr lang="en-US" sz="3200" b="1" dirty="0"/>
              <a:t>Queue                      </a:t>
            </a:r>
            <a:r>
              <a:rPr lang="en-US" sz="3200" dirty="0"/>
              <a:t>: Manage book returns(FIFO). </a:t>
            </a:r>
          </a:p>
          <a:p>
            <a:pPr marL="0" indent="0">
              <a:buNone/>
            </a:pPr>
            <a:r>
              <a:rPr lang="en-US" sz="3200" dirty="0"/>
              <a:t>                                       Perfect for handling return order</a:t>
            </a:r>
          </a:p>
          <a:p>
            <a:r>
              <a:rPr lang="en-US" sz="3200" b="1" dirty="0"/>
              <a:t>Priority Queue        </a:t>
            </a:r>
            <a:r>
              <a:rPr lang="en-US" sz="3200" dirty="0"/>
              <a:t>: Track most borrowed books.</a:t>
            </a:r>
          </a:p>
          <a:p>
            <a:pPr marL="0" indent="0">
              <a:buNone/>
            </a:pPr>
            <a:r>
              <a:rPr lang="en-US" sz="3200" dirty="0"/>
              <a:t>	                            Identifies top borrowed books efficiently.</a:t>
            </a:r>
          </a:p>
          <a:p>
            <a:r>
              <a:rPr lang="en-US" sz="3200" b="1" dirty="0"/>
              <a:t>Map                           </a:t>
            </a:r>
            <a:r>
              <a:rPr lang="en-US" sz="3200" dirty="0"/>
              <a:t>: Sorting list of Authors and books. </a:t>
            </a:r>
          </a:p>
          <a:p>
            <a:pPr marL="0" indent="0">
              <a:buNone/>
            </a:pPr>
            <a:r>
              <a:rPr lang="en-US" sz="3200" dirty="0"/>
              <a:t>                                        Keep keys ordered automatically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114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E18A3-FC9B-4EA2-9A09-2A72F2F0A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oni MT Black" panose="02070A03080606020203" pitchFamily="18" charset="0"/>
              </a:rPr>
              <a:t>                </a:t>
            </a:r>
            <a:r>
              <a:rPr lang="en-US" dirty="0">
                <a:latin typeface="Artifakt Element Heavy" panose="020B0B03050000020004" pitchFamily="34" charset="0"/>
                <a:ea typeface="Artifakt Element Heavy" panose="020B0B03050000020004" pitchFamily="34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ABA2DC-EA1A-456C-836F-D6C21C3EF6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5070" y="2125719"/>
            <a:ext cx="1100242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how data structures form the backbone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efficient software.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shows practical application of STL in real-world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2704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46</TotalTime>
  <Words>246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Arial</vt:lpstr>
      <vt:lpstr>Artifakt Element Heavy</vt:lpstr>
      <vt:lpstr>Bahnschrift Light Condensed</vt:lpstr>
      <vt:lpstr>Bodoni MT Black</vt:lpstr>
      <vt:lpstr>Century Gothic</vt:lpstr>
      <vt:lpstr>Wingdings 3</vt:lpstr>
      <vt:lpstr>Ion Boardroom</vt:lpstr>
      <vt:lpstr>SKILL DEVELOPMENT PROJECT</vt:lpstr>
      <vt:lpstr>                        CERTIFICATE</vt:lpstr>
      <vt:lpstr>      Objectives of the Project</vt:lpstr>
      <vt:lpstr>Features Implemented</vt:lpstr>
      <vt:lpstr>     Importance in Real World</vt:lpstr>
      <vt:lpstr>        Tools &amp; Technologies used</vt:lpstr>
      <vt:lpstr>          Data Structures Used</vt:lpstr>
      <vt:lpstr>                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DEVELOPMENT PROJECT</dc:title>
  <dc:creator>anjima c</dc:creator>
  <cp:lastModifiedBy>anjana sudheesh</cp:lastModifiedBy>
  <cp:revision>7</cp:revision>
  <dcterms:created xsi:type="dcterms:W3CDTF">2025-11-01T14:27:26Z</dcterms:created>
  <dcterms:modified xsi:type="dcterms:W3CDTF">2025-11-02T08:14:22Z</dcterms:modified>
</cp:coreProperties>
</file>