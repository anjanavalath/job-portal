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28C5-A524-4174-96F9-4D5CD29D0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A8000-2197-4E4A-A158-DDDB9CBD0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121C6-E7D1-44E8-A203-A79D8CB53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561AC-98AD-470E-BA44-798A8058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79490-58DE-4BC8-96B2-5B2A3126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69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70A7-E08C-49FF-AAD4-10896DCC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69B35-2995-40F5-83BA-6CD4B9C7E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915D7-D660-405E-AB75-0222F76A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6D7E4-07ED-4BCD-8134-D6324B11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78DAC-F961-43C1-AF59-4A2C7EDD0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0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4DD39-6176-4312-8593-70AD00877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1B0AD-6012-4955-8E67-C472C2DB3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360FB-F6DB-4CB3-889D-CE6AE5BA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CF525-5AE9-4702-88FD-3AA8E710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5D5D9-6529-4C41-84DA-0B9BE93A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90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9F7AD-2430-4E28-8396-5236D062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3440E-5511-4460-A1B1-BD5E673C3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A57E3-1FA7-4B4F-94DF-7EA5113C8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518D0-79C2-47D3-87B2-CD91D88F9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1D457-B19B-4E38-BC5B-D40D50916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A154F-31F4-405D-82C1-1F8EF6B2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6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E0E7-726F-4F35-85E0-C9E67AC40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CEC31-4CAC-4263-9F9F-61BA1370D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24363-7C44-4D06-9C6E-8A1A7231F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ABFE5-273C-4760-989C-BFA30B6D5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91B9A-B86A-4E14-B282-EF76AB17C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D27F4A-43E0-436F-9CF5-E7A0D4A8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15072-03FF-4F01-A90C-D241A9E8C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765A2-476F-4B96-8295-6429CBE7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38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57A0-D261-4684-AB07-5FAD2ED5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EEFB8-A8FF-4064-B27B-9EFAA372C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123F9-7CD0-4F7F-B258-F7C0BC78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639DC-3E38-425A-BD59-B17EAD28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2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BAC69-1A26-4722-B7C8-A786ECB8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D50B3-F1DD-460D-98E8-229AA21F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1AB98-CD3B-49D4-818D-7A7695F2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6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EB3E-062E-4497-99B8-2371747A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EE7D1-51EC-46FC-B64C-4C15FE78D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94BED-AF21-466F-AD0A-109A8B36F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739CB-EAC0-4977-8977-7ED2CFE87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3DB26-5832-464A-8593-E1A1C1FBA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2A3F0-C792-4FF5-9421-458FA5C49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15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E278-6844-401C-9956-9AB0D8ED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90137-AF29-492A-9A7D-D71B2247A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9D9A3-8E85-4897-B6EB-97E35FFEF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61453-C0BA-4760-A90C-1D04C23CF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F06EC-2E3C-4D35-A57D-6991E5E62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0D512-6630-43AE-B612-D534A435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72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E957-3AC3-4292-A013-D4C0F546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85BE6-D4D9-464B-B86B-98361C5EB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D240A-85CE-48CA-A09B-8941F6EE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80F02-4E07-4D79-93BF-5B9024015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7148F-D5DC-4AFF-A1ED-B2BF25DAF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7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E4B8F8-D215-4904-8251-8352FFFEA3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42BC9A-81C3-41A5-B25C-CFCA0C1F8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8BDC9-6ECC-47BB-A2A7-4732E08EF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22E14-5B65-417F-9A65-362363189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8C0AC-E8EE-415E-99FE-64DD860D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9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905B3-9820-4B3D-AE15-5A9576C2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85A5B-8D7B-4B73-A3B9-B398B3F1B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45A36-24E2-4A8D-9207-F47977F64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7BF2A-A670-4493-B7C1-F1D2A290757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33AF4-0DDB-4E40-8B3C-691F33F22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8E1BB-0F96-4403-9D7A-4EFD84619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0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1C173-A8CF-46B5-B089-7F114FAC8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SKILL DEVELOPMENT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A79E8-CBC6-4748-B73D-C9D694148C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Project </a:t>
            </a:r>
            <a:r>
              <a:rPr lang="en-US" dirty="0" err="1">
                <a:latin typeface="BankGothic Md BT" panose="020B0807020203060204" pitchFamily="34" charset="0"/>
              </a:rPr>
              <a:t>name:Library</a:t>
            </a:r>
            <a:r>
              <a:rPr lang="en-US" dirty="0">
                <a:latin typeface="BankGothic Md BT" panose="020B0807020203060204" pitchFamily="34" charset="0"/>
              </a:rPr>
              <a:t> Management System</a:t>
            </a:r>
          </a:p>
          <a:p>
            <a:r>
              <a:rPr lang="en-US" dirty="0">
                <a:latin typeface="Bahnschrift Light Condensed" panose="020B0502040204020203" pitchFamily="34" charset="0"/>
              </a:rPr>
              <a:t>Submitted by:</a:t>
            </a:r>
          </a:p>
          <a:p>
            <a:r>
              <a:rPr lang="en-US" dirty="0" err="1">
                <a:latin typeface="Bahnschrift Light Condensed" panose="020B0502040204020203" pitchFamily="34" charset="0"/>
              </a:rPr>
              <a:t>Anjima.c</a:t>
            </a:r>
            <a:endParaRPr lang="en-US" dirty="0">
              <a:latin typeface="Bahnschrift Light Condensed" panose="020B0502040204020203" pitchFamily="34" charset="0"/>
            </a:endParaRPr>
          </a:p>
          <a:p>
            <a:r>
              <a:rPr lang="en-US" dirty="0">
                <a:latin typeface="Bahnschrift Light Condensed" panose="020B0502040204020203" pitchFamily="34" charset="0"/>
              </a:rPr>
              <a:t>12319717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5366D-864B-4239-88D8-740253F90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818" y="478871"/>
            <a:ext cx="5176008" cy="170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4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90A3-1D32-45A8-86C7-D40CCD1AC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doni MT Black" panose="02070A03080606020203" pitchFamily="18" charset="0"/>
              </a:rPr>
              <a:t>Objectives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FD6263-848F-432D-8E75-E7F95345FE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31798"/>
            <a:ext cx="739452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simplify and automate library management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accurate records of books and borrowers.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popular books and borrowing frequency.</a:t>
            </a:r>
          </a:p>
        </p:txBody>
      </p:sp>
    </p:spTree>
    <p:extLst>
      <p:ext uri="{BB962C8B-B14F-4D97-AF65-F5344CB8AC3E}">
        <p14:creationId xmlns:p14="http://schemas.microsoft.com/office/powerpoint/2010/main" val="118204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74A9-15EC-4B24-993C-4961D4396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doni MT Black" panose="02070A03080606020203" pitchFamily="18" charset="0"/>
              </a:rPr>
              <a:t>Features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9501-9DD7-4340-BAE9-393DC7F4D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Add/Search books</a:t>
            </a:r>
          </a:p>
          <a:p>
            <a:r>
              <a:rPr lang="en-US" dirty="0"/>
              <a:t>Borrow and return functionality</a:t>
            </a:r>
          </a:p>
          <a:p>
            <a:r>
              <a:rPr lang="en-US" dirty="0"/>
              <a:t>Maintain borrower history</a:t>
            </a:r>
          </a:p>
          <a:p>
            <a:r>
              <a:rPr lang="en-US" dirty="0"/>
              <a:t>Display most popular books</a:t>
            </a:r>
          </a:p>
          <a:p>
            <a:r>
              <a:rPr lang="en-US" dirty="0"/>
              <a:t>Track availability and copies </a:t>
            </a:r>
          </a:p>
          <a:p>
            <a:r>
              <a:rPr lang="en-US" dirty="0"/>
              <a:t>FIFO-based return system</a:t>
            </a:r>
          </a:p>
        </p:txBody>
      </p:sp>
    </p:spTree>
    <p:extLst>
      <p:ext uri="{BB962C8B-B14F-4D97-AF65-F5344CB8AC3E}">
        <p14:creationId xmlns:p14="http://schemas.microsoft.com/office/powerpoint/2010/main" val="3171860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2F082-EE44-4DC8-9A91-A598801B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doni MT Black" panose="02070A03080606020203" pitchFamily="18" charset="0"/>
              </a:rPr>
              <a:t>Importance in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2123-3149-433C-ABBB-ADFF944C2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Manual library systems are time consuming and error-prone.</a:t>
            </a:r>
          </a:p>
          <a:p>
            <a:r>
              <a:rPr lang="en-US" sz="3200" dirty="0"/>
              <a:t>A digital library management system ensures:</a:t>
            </a:r>
          </a:p>
          <a:p>
            <a:pPr lvl="3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Quick search  and updated.</a:t>
            </a:r>
          </a:p>
          <a:p>
            <a:pPr lvl="3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Reduce human errors.</a:t>
            </a:r>
          </a:p>
          <a:p>
            <a:pPr lvl="3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Can manage large datasets.</a:t>
            </a:r>
          </a:p>
          <a:p>
            <a:pPr lvl="3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Transparency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Track all transactions clearly.</a:t>
            </a:r>
          </a:p>
        </p:txBody>
      </p:sp>
    </p:spTree>
    <p:extLst>
      <p:ext uri="{BB962C8B-B14F-4D97-AF65-F5344CB8AC3E}">
        <p14:creationId xmlns:p14="http://schemas.microsoft.com/office/powerpoint/2010/main" val="3781524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090D-093C-4711-8A62-84277047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doni MT Black" panose="02070A03080606020203" pitchFamily="18" charset="0"/>
              </a:rPr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AEA0E-1980-4A39-B4CA-6C9D89CD5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Backend:</a:t>
            </a:r>
            <a:r>
              <a:rPr lang="en-US" dirty="0"/>
              <a:t> C++ with STL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Frontend:</a:t>
            </a:r>
            <a:r>
              <a:rPr lang="en-US" dirty="0"/>
              <a:t> HTML,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Editor:</a:t>
            </a:r>
            <a:r>
              <a:rPr lang="en-US" dirty="0"/>
              <a:t> Visual Studio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Execution:</a:t>
            </a:r>
            <a:r>
              <a:rPr lang="en-US" dirty="0"/>
              <a:t> Terminal / Command Prompt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Browser:</a:t>
            </a:r>
            <a:r>
              <a:rPr lang="en-US" dirty="0"/>
              <a:t> For frontend interface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734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510E-0BAB-45AB-9CE2-4C4B83FE7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doni MT Black" panose="02070A03080606020203" pitchFamily="18" charset="0"/>
              </a:rPr>
              <a:t>Data Structures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E0886-35E3-4BDD-B838-E7CAF8C1E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Unorderded_Map </a:t>
            </a:r>
            <a:r>
              <a:rPr lang="en-US" dirty="0"/>
              <a:t>: To store and access books by ID</a:t>
            </a:r>
          </a:p>
          <a:p>
            <a:pPr marL="0" indent="0">
              <a:buNone/>
            </a:pPr>
            <a:r>
              <a:rPr lang="en-US" dirty="0"/>
              <a:t>                                       Fast retrieval by book ID [O(1)]</a:t>
            </a:r>
          </a:p>
          <a:p>
            <a:r>
              <a:rPr lang="en-US" b="1" dirty="0"/>
              <a:t>Vector</a:t>
            </a:r>
            <a:r>
              <a:rPr lang="en-US" dirty="0"/>
              <a:t>: Maintain dynamic book &amp;borrower lists.</a:t>
            </a:r>
          </a:p>
          <a:p>
            <a:pPr marL="0" indent="0">
              <a:buNone/>
            </a:pPr>
            <a:r>
              <a:rPr lang="en-US" dirty="0"/>
              <a:t>                 Dynamic resizing, easy traversal</a:t>
            </a:r>
          </a:p>
          <a:p>
            <a:r>
              <a:rPr lang="en-US" b="1" dirty="0"/>
              <a:t>Queue</a:t>
            </a:r>
            <a:r>
              <a:rPr lang="en-US" dirty="0"/>
              <a:t>: Manage book returns(FIFO). </a:t>
            </a:r>
          </a:p>
          <a:p>
            <a:pPr marL="0" indent="0">
              <a:buNone/>
            </a:pPr>
            <a:r>
              <a:rPr lang="en-US" dirty="0"/>
              <a:t>                  Perfect for handling return order</a:t>
            </a:r>
          </a:p>
          <a:p>
            <a:r>
              <a:rPr lang="en-US" b="1" dirty="0"/>
              <a:t>Priority Queue</a:t>
            </a:r>
            <a:r>
              <a:rPr lang="en-US" dirty="0"/>
              <a:t>: Track most borrowed books.</a:t>
            </a:r>
          </a:p>
          <a:p>
            <a:pPr marL="0" indent="0">
              <a:buNone/>
            </a:pPr>
            <a:r>
              <a:rPr lang="en-US" dirty="0"/>
              <a:t>	                    Identifies top borrowed books efficiently.</a:t>
            </a:r>
          </a:p>
          <a:p>
            <a:r>
              <a:rPr lang="en-US" b="1" dirty="0"/>
              <a:t>Map</a:t>
            </a:r>
            <a:r>
              <a:rPr lang="en-US" dirty="0"/>
              <a:t>: Sorting list of Authors and books. </a:t>
            </a:r>
          </a:p>
          <a:p>
            <a:pPr marL="0" indent="0">
              <a:buNone/>
            </a:pPr>
            <a:r>
              <a:rPr lang="en-US" dirty="0"/>
              <a:t>              Keep keys ordered automatically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114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18A3-FC9B-4EA2-9A09-2A72F2F0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doni MT Black" panose="02070A03080606020203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ABA2DC-EA1A-456C-836F-D6C21C3EF6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308796"/>
            <a:ext cx="1102737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how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structures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 the backbone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efficient software.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shows practical application of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STL in real-world systems.</a:t>
            </a:r>
          </a:p>
        </p:txBody>
      </p:sp>
    </p:spTree>
    <p:extLst>
      <p:ext uri="{BB962C8B-B14F-4D97-AF65-F5344CB8AC3E}">
        <p14:creationId xmlns:p14="http://schemas.microsoft.com/office/powerpoint/2010/main" val="264270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254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Algerian</vt:lpstr>
      <vt:lpstr>Arial</vt:lpstr>
      <vt:lpstr>Bahnschrift Light Condensed</vt:lpstr>
      <vt:lpstr>BankGothic Md BT</vt:lpstr>
      <vt:lpstr>Bodoni MT Black</vt:lpstr>
      <vt:lpstr>Calibri</vt:lpstr>
      <vt:lpstr>Calibri Light</vt:lpstr>
      <vt:lpstr>Office Theme</vt:lpstr>
      <vt:lpstr>SKILL DEVELOPMENT PROJECT</vt:lpstr>
      <vt:lpstr>Objectives of the Project</vt:lpstr>
      <vt:lpstr>Features Implemented</vt:lpstr>
      <vt:lpstr>Importance in Real World</vt:lpstr>
      <vt:lpstr>Tools &amp; Technologies used</vt:lpstr>
      <vt:lpstr>Data Structures Used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DEVELOPMENT PROJECT</dc:title>
  <dc:creator>anjima c</dc:creator>
  <cp:lastModifiedBy>anjima c</cp:lastModifiedBy>
  <cp:revision>4</cp:revision>
  <dcterms:created xsi:type="dcterms:W3CDTF">2025-11-01T14:27:26Z</dcterms:created>
  <dcterms:modified xsi:type="dcterms:W3CDTF">2025-11-01T14:46:26Z</dcterms:modified>
</cp:coreProperties>
</file>